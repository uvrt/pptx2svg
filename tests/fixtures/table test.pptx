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96" d="100"/>
          <a:sy n="96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DA870-BABD-75C7-FF3A-0C43F8508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0467471-F0B2-0407-8BD8-FF2BF7782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BF5F766-90CA-4F94-D749-7523A0C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A2D00F-8548-4BCD-8BD0-620DF330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D2E365A-474A-62E5-DEAA-302FEBC7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82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77BF0-3F7F-3D54-6D7D-60E5B213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3E108D-A12A-6CBE-0AD6-8558C94CB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FD5A67-0E00-E87D-D12D-FCFD74177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9F16B4A-C882-8FBF-C7FD-06DF1382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7622594-2956-F6E8-8A25-840AAEB2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605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C44F0-2437-EED8-0060-4F81FABF7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C9866CA-D75A-CCC8-328B-81FA1528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3441A1-0C9C-3529-7AEC-7A6F1EB6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F62871-98B9-14E4-DB9D-BEB44E2C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3ECEAF-0B67-233E-A454-B6F223AB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022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8B0734-4C34-8916-85ED-988C85BB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093747-8FD0-37C0-DB8F-A7F4B2A93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4767650-B933-5085-40D7-3AADCD1FE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C0C7A24-7905-5EA9-DEAC-B176D12D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2346469-BE41-C7DF-7D06-24A3C412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57351EF-7AEC-3693-9D5A-613E18F6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331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03603-2F05-F0A8-861F-AC2038BE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44AFA1-802C-782F-291F-45C975EE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AFE97DF-5B4A-46F6-A3CC-4DC762227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98568EF-84BF-CB8C-A670-1F92F440E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403D98B-0F12-9A79-64FA-26F47D56F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066A815-7CC4-7F58-0877-C934AA3E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72ABF6B-325B-BEFF-8D09-C257AA14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FFB028F-8EB5-8CFB-7396-3BA09AB9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570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E744B-2362-9589-79A6-0E269CF6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23470E6-E054-76EE-2A59-07638AC2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A8FF53F-51D6-3066-A344-AB36FF76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B7E29B-3372-06DB-41C9-63FB56C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126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F098813-A201-26C9-574B-F74C2E1A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8068BE5-D4F1-DD8C-6071-A77ADFD9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C4BE88D-F777-F3D4-EC4B-CBAE5945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812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7609A-4B45-FAC4-3D49-A7318ADB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70FA8F-20BB-DC9D-5C6E-97126050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C8F36EA-4D38-5446-BB36-7C3D316CA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E753B6D-8C22-3AEE-1792-E6087E10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8DCCBD1-32B5-7216-E8C5-C8E41FF0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49FE89-FDEE-48E3-E7F4-E8B72968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286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252B4D-A2A1-5062-86B3-FFCFD793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AAC80A4-DD14-604D-494F-7B80793BC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CDED2AA-E7C8-89E9-15EE-37E3AA4A2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AD9271C-81AE-B49F-F30D-D28112F4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F919C8F-96DA-246B-60E2-A1C0441F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05CE8A-1293-6976-8D2E-742B81AE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70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D06EA-EEB8-CD67-C386-DF1B8B0B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250011D-9023-E8B1-E1AD-6343D21F8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4FADCCA-ED22-F68C-6070-FE624DFD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58FB060-3333-CA0A-903D-589BE735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014827-F8A7-9BAB-69C6-233F7ECE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696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F21AC9D-2536-4D1C-C15C-E18D5EDA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2581FF8-BFE6-EF7E-8C1A-8BABE4E31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BFDDA0-98E8-AC08-BC7A-907C4CBD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AA15D4-4FB5-FA09-2BEF-67E37121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B977550-5E33-CE61-C430-02B2310B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2914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51FFE5A-21ED-BE6C-B0B8-0A178A42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2CE714-C103-E5A9-1363-B134A8DB5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6379B1-4D0F-1648-62ED-B3CA5FAD3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5A350-C1ED-7D48-B46A-CDA3F6CE4FAC}" type="datetimeFigureOut">
              <a:rPr lang="nl-BE" smtClean="0"/>
              <a:t>12/09/2026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1033A0-2956-EE8C-9098-6F1BEF7AA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FA452E-3287-2C5E-C4B8-387B0C9AB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D2984-CBEC-A54F-8708-714C88D6C2C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73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A880F-6F60-64B3-16D6-8D47BDC6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Table test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8060F849-39B1-F422-EA22-77B9CEA0B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10313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7910114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16348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707234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8854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27069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16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Hello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4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86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10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30361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Macintosh PowerPoint</Application>
  <PresentationFormat>Breedbeeld</PresentationFormat>
  <Paragraphs>8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Table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Evert Koks</dc:creator>
  <cp:lastModifiedBy>Evert Koks</cp:lastModifiedBy>
  <cp:revision>2</cp:revision>
  <dcterms:created xsi:type="dcterms:W3CDTF">2026-09-12T17:54:39Z</dcterms:created>
  <dcterms:modified xsi:type="dcterms:W3CDTF">2026-09-12T17:56:05Z</dcterms:modified>
</cp:coreProperties>
</file>