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ここがプレゼンターノートになります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info@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2800"/>
            </a:pPr>
            <a:r>
              <a:t>md-pptx サンプル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VS Code拡張の動作確認用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MarkdownからPPTXを生成するツール</a:t>
            </a:r>
          </a:p>
          <a:p>
            <a:pPr/>
            <a:r>
              <a:rPr b="1"/>
              <a:t>テンプレートPPTX</a:t>
            </a:r>
            <a:r>
              <a:t>のスライドマスターを活用</a:t>
            </a:r>
          </a:p>
          <a:p>
            <a:pPr/>
            <a:r>
              <a:rPr i="1"/>
              <a:t>編集可能な</a:t>
            </a:r>
            <a:r>
              <a:t>PPTXを出力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テキスト書式のサンプル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通常テキスト、</a:t>
            </a:r>
            <a:r>
              <a:rPr b="1"/>
              <a:t>太字テキスト</a:t>
            </a:r>
            <a:r>
              <a:t>、</a:t>
            </a:r>
            <a:r>
              <a:rPr i="1"/>
              <a:t>斜体テキスト</a:t>
            </a:r>
            <a:r>
              <a:t>、</a:t>
            </a:r>
            <a:r>
              <a:rPr>
                <a:latin typeface="Courier New"/>
              </a:rPr>
              <a:t>コード</a:t>
            </a:r>
            <a:r>
              <a:t>、</a:t>
            </a:r>
            <a:r>
              <a:t>取り消し線</a:t>
            </a:r>
          </a:p>
          <a:p>
            <a:r>
              <a:rPr>
                <a:hlinkClick r:id="rId2"/>
              </a:rPr>
              <a:t>リンクのサンプル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リストのサンプル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箇条書き項目1</a:t>
            </a:r>
          </a:p>
          <a:p>
            <a:pPr/>
            <a:r>
              <a:t>箇条書き項目2</a:t>
            </a:r>
          </a:p>
          <a:p>
            <a:pPr lvl="1"/>
            <a:r>
              <a:t>ネストされた項目</a:t>
            </a:r>
          </a:p>
          <a:p>
            <a:pPr lvl="2"/>
            <a:r>
              <a:t>さらにネスト</a:t>
            </a:r>
          </a:p>
          <a:p>
            <a:pPr/>
            <a:r>
              <a:t>箇条書き項目3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400"/>
            </a:pPr>
            <a:r>
              <a:t>番号付きリスト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最初の項目</a:t>
            </a:r>
          </a:p>
          <a:p>
            <a:pPr/>
            <a:r>
              <a:t>二番目の項目</a:t>
            </a:r>
          </a:p>
          <a:p>
            <a:pPr/>
            <a:r>
              <a:t>三番目の項目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2800"/>
            </a:pPr>
            <a:r>
              <a:t>ご清聴ありがとうございました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お問い合わせ: </a:t>
            </a:r>
            <a:r>
              <a:rPr>
                <a:hlinkClick r:id="rId2"/>
              </a:rPr>
              <a:t>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Noto Sans JP"/>
        <a:cs typeface=""/>
        <a:font script="Jpan" typeface="Noto Sans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Noto Sans JP"/>
        <a:cs typeface=""/>
        <a:font script="Jpan" typeface="Noto Sans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Noto Sans JP"/>
        <a:cs typeface=""/>
        <a:font script="Jpan" typeface="Noto Sans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Noto Sans JP"/>
        <a:cs typeface=""/>
        <a:font script="Jpan" typeface="Noto Sans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